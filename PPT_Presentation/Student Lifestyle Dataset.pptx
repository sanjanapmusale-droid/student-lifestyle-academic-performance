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5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7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4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3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3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4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6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1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02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3759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71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59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84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38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7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21377E9-040D-4787-BD1B-C3E01097A1E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BD747-8072-43B4-888F-743B1EFE6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22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8469" y="0"/>
            <a:ext cx="9144000" cy="1152939"/>
          </a:xfrm>
        </p:spPr>
        <p:txBody>
          <a:bodyPr/>
          <a:lstStyle/>
          <a:p>
            <a:pPr algn="ctr"/>
            <a:r>
              <a:rPr lang="en-US" sz="5400" b="1" i="1" u="sng" dirty="0" smtClean="0"/>
              <a:t>Student Lifestyle dataset</a:t>
            </a:r>
            <a:endParaRPr lang="en-US" sz="5400" b="1" i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714" y="3833951"/>
            <a:ext cx="8825658" cy="861420"/>
          </a:xfrm>
        </p:spPr>
        <p:txBody>
          <a:bodyPr>
            <a:noAutofit/>
          </a:bodyPr>
          <a:lstStyle/>
          <a:p>
            <a:pPr algn="l"/>
            <a:r>
              <a:rPr lang="en-US" sz="2400" b="1" i="1" dirty="0" smtClean="0"/>
              <a:t>Subtitle: </a:t>
            </a:r>
          </a:p>
          <a:p>
            <a:pPr algn="l"/>
            <a:r>
              <a:rPr lang="en-US" sz="2400" b="1" i="1" dirty="0" smtClean="0"/>
              <a:t>Prepared By : </a:t>
            </a:r>
            <a:r>
              <a:rPr lang="en-US" sz="2400" b="1" i="1" dirty="0" err="1" smtClean="0"/>
              <a:t>Sanjana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Musale</a:t>
            </a:r>
            <a:endParaRPr lang="en-US" sz="2400" b="1" i="1" dirty="0" smtClean="0"/>
          </a:p>
          <a:p>
            <a:pPr algn="l"/>
            <a:r>
              <a:rPr lang="en-US" sz="2400" b="1" i="1" dirty="0" smtClean="0"/>
              <a:t>Date 08 November 2025</a:t>
            </a:r>
          </a:p>
          <a:p>
            <a:pPr algn="l"/>
            <a:r>
              <a:rPr lang="en-US" sz="2400" b="1" i="1" dirty="0" smtClean="0"/>
              <a:t>Tool Used : Microsoft Power BI</a:t>
            </a:r>
          </a:p>
          <a:p>
            <a:pPr algn="l"/>
            <a:endParaRPr lang="en-US" sz="2400" b="1" i="1" dirty="0"/>
          </a:p>
        </p:txBody>
      </p:sp>
      <p:pic>
        <p:nvPicPr>
          <p:cNvPr id="4" name="Picture 3" descr="Royalty Free Conduct Stock Photos | rawpixel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828" y="1562465"/>
            <a:ext cx="5529944" cy="4542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458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93842" y="715617"/>
            <a:ext cx="8693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 smtClean="0"/>
              <a:t>Objective</a:t>
            </a:r>
            <a:endParaRPr lang="en-US" sz="4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4373217" y="2809461"/>
            <a:ext cx="38828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smtClean="0"/>
              <a:t>to analyze how student’s , daily habits – like study hours, sleep time, internet use , and physical activity  and stress level and  student lifestyle pattern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6897745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3150" y="2457450"/>
            <a:ext cx="76352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 smtClean="0"/>
              <a:t>Balanced Lifestyle Better academic success.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 smtClean="0"/>
              <a:t>Students who study 5 – 7 hours,  sleep 7 – 8 hours, and stay active perform best.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 smtClean="0"/>
              <a:t>Stress management and time discipline are key factors in high GPA performance.</a:t>
            </a:r>
            <a:endParaRPr lang="en-US" sz="28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074504" y="530087"/>
            <a:ext cx="5910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Key Insights Summary</a:t>
            </a:r>
            <a:endParaRPr 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417075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/>
          <a:srcRect l="-8360" t="-701" r="3350" b="-3355"/>
          <a:stretch/>
        </p:blipFill>
        <p:spPr>
          <a:xfrm>
            <a:off x="7672315" y="2924653"/>
            <a:ext cx="4519685" cy="39333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1470" y="2343150"/>
            <a:ext cx="43091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The Bar chart shows that students with low stress levels have the highest GPA followed by Moderate stress students. High-stress student ted to have lower academic performance.</a:t>
            </a:r>
            <a:endParaRPr lang="en-US" sz="24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2171700" y="662940"/>
            <a:ext cx="770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/>
              <a:t>Average Study Hours and GPA by stress Level </a:t>
            </a:r>
            <a:endParaRPr lang="en-US" sz="2000" b="1" i="1" u="sng" dirty="0"/>
          </a:p>
        </p:txBody>
      </p:sp>
    </p:spTree>
    <p:extLst>
      <p:ext uri="{BB962C8B-B14F-4D97-AF65-F5344CB8AC3E}">
        <p14:creationId xmlns:p14="http://schemas.microsoft.com/office/powerpoint/2010/main" val="31961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461" y="2597428"/>
            <a:ext cx="4627677" cy="336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513" y="2114550"/>
            <a:ext cx="5446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This donut chart shows how a students daily 24 hours are divided among activities like study, socializing, extracurricular, physical activity, and sleep</a:t>
            </a:r>
            <a:endParaRPr lang="en-US" sz="2800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845820" y="205740"/>
            <a:ext cx="8526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Average Time Spent on Different Activities (per day)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389015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" y="2546331"/>
            <a:ext cx="4681513" cy="38014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109252" y="1590262"/>
            <a:ext cx="5791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This chart compares how many hours students study daily at each stress level (high, Moderate, low),</a:t>
            </a:r>
          </a:p>
          <a:p>
            <a:r>
              <a:rPr lang="en-US" sz="2800" i="1" dirty="0" smtClean="0"/>
              <a:t>It helps you understand whether stress affects how much time students spend studying</a:t>
            </a:r>
            <a:endParaRPr lang="en-US" sz="28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600200" y="262890"/>
            <a:ext cx="7795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 smtClean="0"/>
              <a:t>Average Study Hours and Sleep Hours by Stress Level</a:t>
            </a:r>
            <a:endParaRPr lang="en-US" sz="2000" b="1" i="1" u="sng" dirty="0"/>
          </a:p>
        </p:txBody>
      </p:sp>
    </p:spTree>
    <p:extLst>
      <p:ext uri="{BB962C8B-B14F-4D97-AF65-F5344CB8AC3E}">
        <p14:creationId xmlns:p14="http://schemas.microsoft.com/office/powerpoint/2010/main" val="299896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462" y="1829889"/>
            <a:ext cx="4036092" cy="34047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7737" y="2297429"/>
            <a:ext cx="53129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/>
              <a:t>this line chart shows that students who study 5 – 7 hours per day tend to achieve a higher (5.2 – 9.0). </a:t>
            </a:r>
          </a:p>
          <a:p>
            <a:r>
              <a:rPr lang="en-US" sz="2000" b="1" i="1" dirty="0" smtClean="0"/>
              <a:t>study time and academic performance.</a:t>
            </a:r>
          </a:p>
          <a:p>
            <a:r>
              <a:rPr lang="en-US" sz="2000" b="1" i="1" dirty="0" smtClean="0"/>
              <a:t>this pattern indicated that regular study habits improve results.</a:t>
            </a:r>
            <a:endParaRPr lang="en-US" sz="2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623060" y="411480"/>
            <a:ext cx="757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 smtClean="0"/>
              <a:t>Average GPA by study Hours per day</a:t>
            </a:r>
            <a:endParaRPr lang="en-US" sz="2800" b="1" i="1" u="sng" dirty="0"/>
          </a:p>
        </p:txBody>
      </p:sp>
    </p:spTree>
    <p:extLst>
      <p:ext uri="{BB962C8B-B14F-4D97-AF65-F5344CB8AC3E}">
        <p14:creationId xmlns:p14="http://schemas.microsoft.com/office/powerpoint/2010/main" val="134821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" y="2598057"/>
            <a:ext cx="5130222" cy="39611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16914" y="1683658"/>
            <a:ext cx="5254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The </a:t>
            </a:r>
            <a:r>
              <a:rPr lang="en-US" i="1" dirty="0" err="1" smtClean="0"/>
              <a:t>Treemap</a:t>
            </a:r>
            <a:r>
              <a:rPr lang="en-US" i="1" dirty="0" smtClean="0"/>
              <a:t> shows  that students with Low stress levels spend more time on physical Activity (around 2.6 – 3 hours / day).</a:t>
            </a:r>
          </a:p>
          <a:p>
            <a:r>
              <a:rPr lang="en-US" i="1" dirty="0" smtClean="0"/>
              <a:t>High stress levels spend less time under( 1 hour/ day),</a:t>
            </a:r>
          </a:p>
          <a:p>
            <a:r>
              <a:rPr lang="en-US" i="1" dirty="0" smtClean="0"/>
              <a:t>This  suggests that regular physical activity is linked to lower stress among students.</a:t>
            </a:r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325880" y="571500"/>
            <a:ext cx="8709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Average physical Activity hours  per day by Stress Level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34618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10" y="1333129"/>
            <a:ext cx="9932820" cy="516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6122" y="318052"/>
            <a:ext cx="7633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Other Actives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08" y="902827"/>
            <a:ext cx="5241185" cy="29530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5066"/>
          <a:stretch/>
        </p:blipFill>
        <p:spPr>
          <a:xfrm>
            <a:off x="6320790" y="1010393"/>
            <a:ext cx="4926330" cy="27157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08" y="4000500"/>
            <a:ext cx="5325072" cy="26517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748" y="3897630"/>
            <a:ext cx="5407495" cy="27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0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&lt;strong&gt;Thank&lt;/strong&gt; &lt;strong&gt;You&lt;/strong&gt; Hand Letter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088571"/>
            <a:ext cx="6858000" cy="442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0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262</TotalTime>
  <Words>315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Student Lifestyle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Lifestyle Dataset</dc:title>
  <dc:creator>Prime</dc:creator>
  <cp:lastModifiedBy>Prime</cp:lastModifiedBy>
  <cp:revision>27</cp:revision>
  <dcterms:created xsi:type="dcterms:W3CDTF">2025-11-07T05:41:36Z</dcterms:created>
  <dcterms:modified xsi:type="dcterms:W3CDTF">2026-01-06T08:49:01Z</dcterms:modified>
</cp:coreProperties>
</file>